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8" r:id="rId21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Relationship Id="rId21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Farmers' Market Price &amp; Sales Tracker</a:t>
            </a:r>
            <a:br>
              <a:rPr lang="en-IN" dirty="0"/>
            </a:br>
            <a:r>
              <a:rPr lang="en-IN" dirty="0" sz="2800"/>
              <a:t>Programming in Java (26SC1101E PSPJ)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Mahith Chowdary	2620040099</a:t>
            </a:r>
          </a:p>
          <a:p>
            <a:r>
              <a:rPr sz="2400"/>
              <a:t>Chandra Harsha	2620040082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7D318-FBF5-482E-BB10-69D54EA53D7B}" type="datetime1">
              <a:rPr lang="en-IN" smtClean="0"/>
              <a:t>15-10-2026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Simple Java project to help farmers and market sellers manage products, prices and daily sales digitally</a:t>
            </a:r>
            <a:endParaRPr lang="en-IN"/>
          </a:p>
          <a:p>
            <a:r>
              <a:rPr sz="2000"/>
              <a:t>Manual tracking of price, quantity and income is slow and prone to calculation mistakes</a:t>
            </a:r>
          </a:p>
          <a:p>
            <a:r>
              <a:rPr sz="2000"/>
              <a:t>User enters product name, price per unit and quantity sold; Total Sales = Price × Quantity</a:t>
            </a:r>
          </a:p>
          <a:p>
            <a:r>
              <a:rPr sz="2000"/>
              <a:t>A loop handles multiple products and totals their sales automatically</a:t>
            </a:r>
          </a:p>
          <a:p>
            <a:r>
              <a:rPr sz="2000"/>
              <a:t>Uses variables, data types, user input, operators, loops, methods and output statements; a separate method calculates the sales amount</a:t>
            </a:r>
          </a:p>
          <a:p>
            <a:r>
              <a:rPr sz="2000"/>
              <a:t>Displays each product's sales and the final total, giving small-scale sellers an easy view of daily income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the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Farmers sell many products (vegetables, fruits, grains) at different prices and quantities</a:t>
            </a:r>
            <a:endParaRPr lang="en-IN"/>
          </a:p>
          <a:p>
            <a:r>
              <a:rPr sz="2200"/>
              <a:t>Recording price, quantity sold and income by hand is time-consuming and error-prone</a:t>
            </a:r>
          </a:p>
          <a:p>
            <a:r>
              <a:rPr sz="2200"/>
              <a:t>Repeated manual calculations make it hard to know the day's total earnings</a:t>
            </a:r>
          </a:p>
          <a:p>
            <a:r>
              <a:rPr sz="2200"/>
              <a:t>Need: a simple, user-friendly program that takes product details as input</a:t>
            </a:r>
          </a:p>
          <a:p>
            <a:r>
              <a:rPr sz="2200"/>
              <a:t>It should calculate each product's sales (Price × Quantity) and the total for all products</a:t>
            </a:r>
          </a:p>
          <a:p>
            <a:r>
              <a:rPr sz="2200"/>
              <a:t>Goal: show how programming solves a practical real-life problem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9410-9F72-4C75-ADBD-63106BC7C7D6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1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5369-B8D0-CB2C-61B6-348BDF6E4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Basic Java structure: class and main method</a:t>
            </a:r>
            <a:endParaRPr lang="en-IN"/>
          </a:p>
          <a:p>
            <a:r>
              <a:rPr sz="2400"/>
              <a:t>Variables and data types</a:t>
            </a:r>
          </a:p>
          <a:p>
            <a:r>
              <a:rPr sz="2400"/>
              <a:t>Input and output statements</a:t>
            </a:r>
          </a:p>
          <a:p>
            <a:r>
              <a:rPr sz="2400"/>
              <a:t>Scanner class and Strings</a:t>
            </a:r>
          </a:p>
          <a:p>
            <a:r>
              <a:rPr sz="2400"/>
              <a:t>Arithmetic operators</a:t>
            </a:r>
          </a:p>
          <a:p>
            <a:r>
              <a:rPr sz="2400"/>
              <a:t>Assignment operators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212C-F907-4AC4-966E-162B34E8EFA5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2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7864-8698-BA0E-D44D-3E693AAB4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for loop and increment operator</a:t>
            </a:r>
            <a:endParaRPr lang="en-IN"/>
          </a:p>
          <a:p>
            <a:r>
              <a:rPr sz="2400"/>
              <a:t>Conditional statements (if)</a:t>
            </a:r>
          </a:p>
          <a:p>
            <a:r>
              <a:rPr sz="2400"/>
              <a:t>continue statement</a:t>
            </a:r>
          </a:p>
          <a:p>
            <a:r>
              <a:rPr sz="2400"/>
              <a:t>User input processing</a:t>
            </a:r>
          </a:p>
          <a:p>
            <a:r>
              <a:rPr sz="2400"/>
              <a:t>Repetition of statements</a:t>
            </a:r>
          </a:p>
          <a:p>
            <a:r>
              <a:rPr sz="2400"/>
              <a:t>Repeated product entry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43E7-AB4E-4C38-9410-6577E2291C02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3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CD64-BF58-761A-504E-C381351EE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Problem-solving techniques</a:t>
            </a:r>
            <a:endParaRPr lang="en-IN"/>
          </a:p>
          <a:p>
            <a:r>
              <a:rPr sz="2400"/>
              <a:t>Data processing and sales calculations</a:t>
            </a:r>
          </a:p>
          <a:p>
            <a:r>
              <a:rPr sz="2400"/>
              <a:t>Modular implementation using classes and constructors</a:t>
            </a:r>
          </a:p>
          <a:p>
            <a:r>
              <a:rPr sz="2400"/>
              <a:t>Program testing and output verification</a:t>
            </a:r>
          </a:p>
          <a:p>
            <a:r>
              <a:rPr sz="2400"/>
              <a:t>Calculation of total sales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71FF-0CE0-4D83-9933-F69CED863D80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4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763C4-B644-2CBF-4AE1-87632858C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Classes and objects</a:t>
            </a:r>
            <a:endParaRPr lang="en-IN"/>
          </a:p>
          <a:p>
            <a:r>
              <a:rPr sz="2400"/>
              <a:t>Constructors and instance variables</a:t>
            </a:r>
          </a:p>
          <a:p>
            <a:r>
              <a:rPr sz="2400"/>
              <a:t>Object creation using the new keyword</a:t>
            </a:r>
          </a:p>
          <a:p>
            <a:r>
              <a:rPr sz="2400"/>
              <a:t>Encapsulation of product details in a class</a:t>
            </a:r>
          </a:p>
          <a:p>
            <a:r>
              <a:rPr sz="2400"/>
              <a:t>Storing product information using objects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5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2B8C9-B5A8-6FD1-7D16-20BF4FBD7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ArrayList collection to store multiple product objects</a:t>
            </a:r>
            <a:endParaRPr lang="en-IN"/>
          </a:p>
          <a:p>
            <a:r>
              <a:rPr sz="2400"/>
              <a:t>Exception handling using try and catch</a:t>
            </a:r>
          </a:p>
          <a:p>
            <a:r>
              <a:rPr sz="2400"/>
              <a:t>InputMismatchException for invalid input</a:t>
            </a:r>
          </a:p>
          <a:p>
            <a:r>
              <a:rPr sz="2400"/>
              <a:t>finally block</a:t>
            </a:r>
          </a:p>
          <a:p>
            <a:r>
              <a:rPr sz="2400"/>
              <a:t>Resource management using Scanner.close()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6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B529-5F96-F28F-CD50-8BFE419EE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Lambda expressions</a:t>
            </a:r>
            <a:endParaRPr lang="en-IN"/>
          </a:p>
          <a:p>
            <a:r>
              <a:rPr sz="2200"/>
              <a:t>Java Stream API: stream()</a:t>
            </a:r>
          </a:p>
          <a:p>
            <a:r>
              <a:rPr sz="2200"/>
              <a:t>Filtering products using filter()</a:t>
            </a:r>
          </a:p>
          <a:p>
            <a:r>
              <a:rPr sz="2200"/>
              <a:t>Sorting products using sorted()</a:t>
            </a:r>
          </a:p>
          <a:p>
            <a:r>
              <a:rPr sz="2200"/>
              <a:t>Total sales using mapToDouble() and sum()</a:t>
            </a:r>
          </a:p>
          <a:p>
            <a:r>
              <a:rPr sz="2200"/>
              <a:t>Displaying results using forEach()</a:t>
            </a:r>
          </a:p>
          <a:p>
            <a:r>
              <a:rPr sz="2200"/>
              <a:t>Data pipeline: input → storage → processing → output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0F1-736B-3136-6FB3-89FC4E638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Farmers' Market Price &amp; Sales Tracker automates product sales and income calculation</a:t>
            </a:r>
            <a:endParaRPr lang="en-IN"/>
          </a:p>
          <a:p>
            <a:r>
              <a:rPr sz="2200"/>
              <a:t>Reduces manual effort and calculation errors</a:t>
            </a:r>
          </a:p>
          <a:p>
            <a:r>
              <a:rPr sz="2200"/>
              <a:t>Applies all six course outcomes: Java basics, loops, modular design, OOP, collections with exception handling, and streams</a:t>
            </a:r>
          </a:p>
          <a:p>
            <a:r>
              <a:rPr sz="2200"/>
              <a:t>Helps small-scale sellers keep simple sales records and understand daily income</a:t>
            </a:r>
          </a:p>
          <a:p>
            <a:r>
              <a:rPr sz="2200"/>
              <a:t>Shows how a simple program can solve a real-life problem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Screenshots (1/2)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  <p:pic>
        <p:nvPicPr>
          <p:cNvPr id="6" name="Picture 5" descr="69c27fe0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66" y="1550000"/>
            <a:ext cx="2970068" cy="2225000"/>
          </a:xfrm>
          <a:prstGeom prst="rect">
            <a:avLst/>
          </a:prstGeom>
        </p:spPr>
      </p:pic>
      <p:pic>
        <p:nvPicPr>
          <p:cNvPr id="7" name="Picture 6" descr="9de2afb0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912" y="1550000"/>
            <a:ext cx="3612976" cy="2225000"/>
          </a:xfrm>
          <a:prstGeom prst="rect">
            <a:avLst/>
          </a:prstGeom>
        </p:spPr>
      </p:pic>
      <p:pic>
        <p:nvPicPr>
          <p:cNvPr id="8" name="Picture 7" descr="92882684-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950" y="3975000"/>
            <a:ext cx="3367299" cy="2225000"/>
          </a:xfrm>
          <a:prstGeom prst="rect">
            <a:avLst/>
          </a:prstGeom>
        </p:spPr>
      </p:pic>
      <p:pic>
        <p:nvPicPr>
          <p:cNvPr id="9" name="Picture 8" descr="65e6b4f9-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421" y="3975000"/>
            <a:ext cx="3529957" cy="222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Screenshots (2/2)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  <p:pic>
        <p:nvPicPr>
          <p:cNvPr id="6" name="Picture 5" descr="8f884f11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970" y="1550000"/>
            <a:ext cx="3071260" cy="2225000"/>
          </a:xfrm>
          <a:prstGeom prst="rect">
            <a:avLst/>
          </a:prstGeom>
        </p:spPr>
      </p:pic>
      <p:pic>
        <p:nvPicPr>
          <p:cNvPr id="7" name="Picture 6" descr="9cf1ed22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000" y="1645625"/>
            <a:ext cx="5132800" cy="2033750"/>
          </a:xfrm>
          <a:prstGeom prst="rect">
            <a:avLst/>
          </a:prstGeom>
        </p:spPr>
      </p:pic>
      <p:pic>
        <p:nvPicPr>
          <p:cNvPr id="8" name="Picture 7" descr="8b44c26d-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452" y="3975000"/>
            <a:ext cx="3666295" cy="2225000"/>
          </a:xfrm>
          <a:prstGeom prst="rect">
            <a:avLst/>
          </a:prstGeom>
        </p:spPr>
      </p:pic>
      <p:pic>
        <p:nvPicPr>
          <p:cNvPr id="9" name="Picture 8" descr="dd82ea6b-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900" y="3975000"/>
            <a:ext cx="4004999" cy="2225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Geo Tag Photo and 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E026B-5FC7-651F-1236-75071A9D2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Geo-tagged photo: add here</a:t>
            </a:r>
            <a:endParaRPr lang="en-IN"/>
          </a:p>
          <a:p>
            <a:r>
              <a:rPr sz="2200"/>
              <a:t>GitHub link: add here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4C08-598A-44BF-A4B1-00F35979A9B0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</Words>
  <Application>Microsoft Office PowerPoint</Application>
  <PresentationFormat>Widescreen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Title of the Project Team No</vt:lpstr>
      <vt:lpstr>Abstract</vt:lpstr>
      <vt:lpstr>Understanding Problem Statement</vt:lpstr>
      <vt:lpstr>CO 1 Topics</vt:lpstr>
      <vt:lpstr>Co 2 TOPICS</vt:lpstr>
      <vt:lpstr>CO 3 Topics</vt:lpstr>
      <vt:lpstr>CO 4</vt:lpstr>
      <vt:lpstr>CO 5</vt:lpstr>
      <vt:lpstr>CO 6</vt:lpstr>
      <vt:lpstr>Conclusion</vt:lpstr>
      <vt:lpstr>Screen Shots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TSP MADHURI</cp:lastModifiedBy>
  <cp:revision>2</cp:revision>
  <dcterms:created xsi:type="dcterms:W3CDTF">2026-09-15T09:57:10Z</dcterms:created>
  <dcterms:modified xsi:type="dcterms:W3CDTF">2026-10-15T08:03:08Z</dcterms:modified>
</cp:coreProperties>
</file>